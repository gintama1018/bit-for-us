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shwhisp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594360"/>
            <a:ext cx="68580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Segoe UI"/>
              </a:defRPr>
            </a:pPr>
            <a:r>
              <a:t>MeshWhisper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Resilient Zero-Infrastructure Mesh Communication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7772400" cy="2926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7223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MISSION-CRITICAL OFF-GRID P2P COMMUNICATION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MeshWhisper is a fully decentralized, self-healing communication ecosystem operating without cellular towers, internet backbones, or centralized cloud servers.</a:t>
            </a:r>
            <a:br/>
            <a:br/>
            <a:r>
              <a:t>By bridging Bluetooth Low Energy (BLE 5.x) and Local Wi-Fi Direct/LAN, every smartphone and workstation becomes an autonomous relay node. Featuring end-to-end encryption, multi-hop routing, real-time voice streaming, and delay-tolerant store-and-forward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828800" cy="10972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175504"/>
            <a:ext cx="16093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100%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OFF-GRID / ZERO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5120640"/>
            <a:ext cx="1828800" cy="10972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5175504"/>
            <a:ext cx="16093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256-Bit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MILITARY-GRADE AEAD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120640"/>
            <a:ext cx="1828800" cy="10972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5175504"/>
            <a:ext cx="160934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&lt; 35 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BLE HOP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5120640"/>
            <a:ext cx="1874519" cy="10972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5175504"/>
            <a:ext cx="1655063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Opus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FULL-DUPLEX VOICE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768096"/>
            <a:ext cx="2490254" cy="550468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822960"/>
            <a:ext cx="23805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PROBLEM STATEMENT • INFRASTRUCTURE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Why Centralized Messaging Fails When You Need It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Modern communications apps rely on a fragile chain of central servers, cell towers, and power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3840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CENTRALIZED BACKBONE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WhatsApp, Signal, and Telegram require central data centers, DNS resolution, and internet backhaul.</a:t>
            </a:r>
            <a:br/>
            <a:br/>
            <a:r>
              <a:t>A single severed undersea cable, telecom power outage, or cloud server outage shuts down communication for entire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560320" cy="3840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DISASTERS &amp; CRISES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Earthquakes, cyclones, floods, and warfare destroy cell towers within minutes.</a:t>
            </a:r>
            <a:br/>
            <a:br/>
            <a:r>
              <a:t>Cellular networks experience immediate congestion collapse, leaving victims and emergency responders in total radio silence.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3840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SURVEILLANCE &amp; SHUTDOWNS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Authoritarian regimes execute internet kill-switches during protests or military operations.</a:t>
            </a:r>
            <a:br/>
            <a:br/>
            <a:r>
              <a:t>Cellular carriers log real-time geolocation, IMEI, IMSI, and social connections, exposing dissidents and journalists.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8046720" cy="77724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THE REALITY: When power lines drop and towers fail, smartphones become helpless bricks.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MeshWhisper decouples communication from physical infrastructure entirely.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2016" y="1316736"/>
            <a:ext cx="1328737" cy="504748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71600"/>
            <a:ext cx="121900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CORE PARADIGM • AUTONOMOUS PEER-TO-PEER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 Decentralized, Self-Healing Ad-Hoc Communication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Every mobile device and desktop becomes an active relay, creating an emergent, indestructible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9319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1. ZERO INFRASTRUCTURE REQUIRED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Communicates completely off-grid. No SIM card, cell reception, internet, router, or satellite subscription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39319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2. DYNAMIC MULTI-HOP RELAY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Packets hop dynamically from device A → B → C → D. If node B moves away, the mesh automatically reroutes packets around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39319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3. HYBRID DUAL-TRANSPORT ENGINE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Seamlessly combines ultra-low power BLE 5.x for continuous ambient mesh with high-throughput Wi-Fi Direct &amp; TCP for media and voice.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3931920" cy="15544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33756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4. ASYNCHRONOUS STORE-AND-FORWARD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Delay-Tolerant Networking (DTN). Devices store encrypted packets and relay them when passing nearby nodes ('Data Mule' paradigm).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2468880" cy="12801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992624"/>
            <a:ext cx="2249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0 Towers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CENTRAL DEPENDENCY ELIMINATED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937760"/>
            <a:ext cx="2468880" cy="12801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4992624"/>
            <a:ext cx="2249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7 Hops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ADAPTIVE TTL MULTI-HOP DEPTH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937760"/>
            <a:ext cx="2743200" cy="12801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4992624"/>
            <a:ext cx="252374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Dual Radios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BLE 5.x + LOCAL WI-FI / TCP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316736"/>
            <a:ext cx="2004593" cy="504748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89486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SECURITY ARCHITECTURE • CRYPTOGRAPHIC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Zero-Trust Cryptography &amp; Identity-Based Certificates (IBC)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Mathematical verification replaces centralized Certificate Authorities, phone numbers, and cloud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DUAL ASYMMETRIC KEYPAIR ARCHITECTURE (Ed25519 + X25519)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Ed25519 Digital Signatures: Guarantees authenticity for LINK_AUTH handshakes and hop signatures.</a:t>
            </a:r>
            <a:br/>
            <a:r>
              <a:t>• X25519 Elliptic Curve Diffie-Hellman (ECDH): Generates ephemeral session keys per peer conversation.</a:t>
            </a:r>
            <a:br/>
            <a:r>
              <a:t>• IBC Self-Signed Identity Certificates: Binds Node ID to public keys without internet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80467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AEAD SYMMETRIC ENCRYPTION WITH BOUND HEADERS (ChaCha20-Poly1305)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256-bit ChaCha20-Poly1305 &amp; AES-256-GCM symmetric ciphers encrypt all payload data.</a:t>
            </a:r>
            <a:br/>
            <a:r>
              <a:t>• Additional Authenticated Data (AAD): Packet type, IDs, and timestamps are cryptographically bound to the Poly1305 MAC tag, preventing packet header spoofing and routing tampering.</a:t>
            </a:r>
            <a:br/>
            <a:r>
              <a:t>• Ephemeral Ratchet: Keys rotate every 60 seconds to provide Post-Compromise Security (PCS).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80467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ANTI-TAMPER LOCAL STORAGE &amp; SECURE ENCLAVE HARDENING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SQLCipher Database: 256-bit AES database encryption at rest with PBKDF2 key derivation.</a:t>
            </a:r>
            <a:br/>
            <a:r>
              <a:t>• Android Keystore / StrongBox: Hardware-backed secure element isolates root master identity keys.</a:t>
            </a:r>
            <a:br/>
            <a:r>
              <a:t>• Ephemeral Voice Link: Voice frames reside strictly in RAM (zero DB writes), preventing cold-boot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2468880" cy="8686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724144"/>
            <a:ext cx="22494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256-Bit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POLY1305 AEAD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669280"/>
            <a:ext cx="2468880" cy="8686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5724144"/>
            <a:ext cx="22494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Zero-Knowledge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NO IDENTIFIERS TRANSMITTED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669280"/>
            <a:ext cx="2743200" cy="8686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5724144"/>
            <a:ext cx="252374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SQLCipher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HARDWARE-BACKED AT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1527333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41760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NETWORK PROTOCOL • ROUTING &amp; QOS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Controlled Flooding, Bounded Dedup Cache &amp; 4-Tier QoS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Preventing broadcast storms and buffer saturation across lossy, multi-hop radio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BOUNDED IN-MEMORY LRU DEDUP ENGINE (50,000 PACKET ENTRIES)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In-Memory Dedup Set: Pre-auth S2 dedup check executes in &lt; 0.2 μs, completely bypassing database.</a:t>
            </a:r>
            <a:br/>
            <a:r>
              <a:t>• Broadcast Storm Elimination: When multiple relays forward the same packet, receiving nodes drop duplicates immediately before invoking expensive cryptographic decryption.</a:t>
            </a:r>
            <a:br/>
            <a:r>
              <a:t>• Strict Memory Safety: Bounded LRU ring evicts oldest entries, maintaining constant &lt; 4MB heap footprint.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ADAPTIVE TTL &amp; DYNAMIC ROUTING TOPOLOGY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TTL Decrement: Packets originate with TTL = 7 (MeshPacket.DEFAULT_TTL). Each relay decrements TTL by 1.</a:t>
            </a:r>
            <a:br/>
            <a:r>
              <a:t>• Direct Hop Recognition: Direct neighbor connections optimize routing by sending unicast frames directly, saving valuable RF bandwidth.</a:t>
            </a:r>
            <a:br/>
            <a:r>
              <a:t>• Routing Loop Invariants: Packets where senderId == myNodeId are instantly dropped to break reflection cycles.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STARVATION-FREE 4-TIER QOS EGRESS SCHEDULER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Tier 0 (SIGNALING): Emergency SOS packets and LINK_AUTH handshakes transmit with zero queuing delay.</a:t>
            </a:r>
            <a:br/>
            <a:r>
              <a:t>• Tier 1 (REALTIME_VOICE): 40ms Opus audio frames bypass all standard chat and media queues.</a:t>
            </a:r>
            <a:br/>
            <a:r>
              <a:t>• Tier 2 (STANDARD_MSG): One-to-one and channel direct text messages with guaranteed delivery.</a:t>
            </a:r>
            <a:br/>
            <a:r>
              <a:t>• Tier 3 (BULK_TRANSFER): Background media chunks and route telemetry governed by rate limiters.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50,000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LRU PACKET DEDUP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&lt; 0.2 μs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PRE-AUTH DEDUP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989320"/>
            <a:ext cx="274320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044184"/>
            <a:ext cx="252374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4 Tiers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STRICT QOS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1788223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67849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CORE INGESTION PIPELINE • FORMAL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Stage S0 to S7: Mandatory Production Authentication Chokepoint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Zero unauthenticated state mutation — every frame passes 8 strict architectural verification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STAGE S0: ADMISSION &amp; STAGE S1: STRUCTURE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S0 Transport Admission: UDP mesh packets forbidden unconditionally. Unauthenticated PENDING links restricted strictly to LINK_AUTH (0x31) handshakes.</a:t>
            </a:r>
            <a:br/>
            <a:r>
              <a:t>• S1 Wire Structure: Validates frame length bounds [37..2048 bytes]. Rejects malformed headers, unknown versions, or trailing padding bytes.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STAGE S2: ANTI-REPLAY &amp; STAGE S3: FRESHNESS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S2 Dedup Verification: In-memory LRU dedup lookup. If duplicate DM received for our node, safely re-emits ACK to sender and drops packet without reprocessing.</a:t>
            </a:r>
            <a:br/>
            <a:r>
              <a:t>• S3 Clock Freshness: Validates timestamp window (-120s future skew to +60s past). Drops replayed or time-tampered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STAGE S4: IDENTITY TRUST &amp; STAGE S5: CRYPTOGRAPHY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S4 Trust Check: Verifies sender identity exists in verified repository. Rejects BLOCKED peers. Validates link-bound identity against claimed senderId.</a:t>
            </a:r>
            <a:br/>
            <a:r>
              <a:t>• S5 Cryptographic Decryption: Verifies Poly1305 MAC tag and decrypts payload via ChaCha20. Verifies Ed25519 digital signature transcript.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70332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840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STAGE S6: HOP DECREMENT &amp; STAGE S7: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S6 Routing Hop: Decrements TTL. Evaluates relay eligibility for neighboring peer broadcast.</a:t>
            </a:r>
            <a:br/>
            <a:r>
              <a:t>• S7 Commit &amp; Dispatch: Commits packetId to in-memory seen set. Dispatches decrypted message to UI, database, or media reassembler. Voice skips DB commit.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43600"/>
            <a:ext cx="3931920" cy="6400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98464"/>
            <a:ext cx="3712464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8 Invariant Stages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FORMAL VERIFICATION AT EVERY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943600"/>
            <a:ext cx="3931920" cy="6400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5998464"/>
            <a:ext cx="3712464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Zero Unauthenticated Mutation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REPUTATION &amp; SECURITY PRESERVED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REAL-TIME VOICE ENGINE • AUDIO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Low-Latency Full-Duplex Voice Calling Over BLE &amp; Local Wi-Fi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Wideband Opus compression, adaptive jitter buffering, and pure-RAM ephemeral link binding.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WIDEBAND OPUS AUDIO ENCODING (16 kHz / 24 kHz)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Low-Bitrate Studio Compression: Samples microphone audio at 16–24 kHz, compressing to 12–24 kbps.</a:t>
            </a:r>
            <a:br/>
            <a:r>
              <a:t>• 40ms Audio Framing: Generates lightweight 60-byte to 120-byte voice packets tailored for BLE MTU limits.</a:t>
            </a:r>
            <a:br/>
            <a:r>
              <a:t>• Hardware AEC &amp; NS: Automatically binds to Android Acoustic Echo Cancellation and Noise Suppressor.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ADAPTIVE JITTER BUFFER &amp; PACKET LOSS CONCEALMENT (PLC)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Dynamic Latency Adjustment: Buffer depth continuously adapts between 60ms and 180ms based on measured radio packet arrival jitter.</a:t>
            </a:r>
            <a:br/>
            <a:r>
              <a:t>• Packet Loss Concealment (PLC): Opus decoder synthesizes missing audio waveforms during temporary RF fades.</a:t>
            </a:r>
            <a:br/>
            <a:r>
              <a:t>• Out-of-Order Sequencer: Re-orders arriving packets by frame sequence numbers before audio playback.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ZERO DB MUTATION &amp; EPHEMERAL LINK SECURITY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0 Database Writes: Voice frames stream purely in RAM and bypass SQLCipher disk writes entirely.</a:t>
            </a:r>
            <a:br/>
            <a:r>
              <a:t>• Authenticated Link Binding: Frames are validated against the active LINK_AUTH peer session key.</a:t>
            </a:r>
            <a:br/>
            <a:r>
              <a:t>• Heap Safety: Ephemeral ring buffers discard played audio frames immediately, preventing memory exhaustion.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40 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AUDIO PACKET CADENCE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 Writes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ZERO DB MUTATION (RAM 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989320"/>
            <a:ext cx="274320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044184"/>
            <a:ext cx="252374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16–24 kHz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WIDEBAND VOICE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MEDIA STREAMING • CHUNKING &amp;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Streaming Photos, Voice Notes &amp; Files Across Narrowband Radios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MTU-aware chunking, selective NACK retransmission, and progressive matrix tile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450-BYTE MTU SEGMENTATION &amp; MERKLE TREE INTEGRITY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MTU-Optimized Slicing: Files up to 20MB automatically split into 450-byte encrypted fragments (MeshPacket.CHUNK_PAYLOAD_SIZE).</a:t>
            </a:r>
            <a:br/>
            <a:r>
              <a:t>• SHA-256 Merkle Verification: Receiver computes SHA-256 hash upon full reassembly to verify byte-exact transmission.</a:t>
            </a:r>
            <a:br/>
            <a:r>
              <a:t>• Encrypted at Rest: Reassembled media files stored using AES-GCM app-private encrypted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PROGRESSIVE MATRIX TILE REVEALER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Real-Time Tile Decoding: Large photos are segmented into a 2x2 or 3x3 matrix of compressed JPEG tiles.</a:t>
            </a:r>
            <a:br/>
            <a:r>
              <a:t>• Immediate Visual Feedback: Initial low-res preview (&lt;=350 bytes) displays instantly, followed by real-time tile unblurring as chunks arrive.</a:t>
            </a:r>
            <a:br/>
            <a:r>
              <a:t>• Tile Continuity: Unpainted tiles render progressively without waiting for the full multi-megabyte transfer.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SELECTIVE NACK RETRANSMISSION &amp; DRIVER PACING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Selective NACKs: Receiver watchdog tracks missing chunk indices and sends MEDIA_NACK requesting only lost frames (0% whole-file retransmit waste).</a:t>
            </a:r>
            <a:br/>
            <a:r>
              <a:t>• Congestion Pacing: 65ms write pacing on BLE and 12ms on Wi-Fi eliminates Bluetooth controller buffer saturation.</a:t>
            </a:r>
            <a:br/>
            <a:r>
              <a:t>• Rate Limiting: Remote peer media transfers capped at 8 MB/hour per identity to prevent DoS flooding.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450 Bytes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MTU-AWARE CHUNK PAYLOAD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0% Waste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SELECTIVE NACK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989320"/>
            <a:ext cx="274320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044184"/>
            <a:ext cx="252374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65 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CONGESTION-AWARE PACING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TACTICAL OFFLINE NAVIGATION • PEER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Finding People in Disasters Without GPS Satellites or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RSSI trilateration, directional compass homing, and offline vector maps for search &amp; rescue.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5120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1. REAL-TIME MESH RADAR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Visual radar sweep showing all nearby nodes with RSSI dBm and distance estimation via Log-Distance Path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5296" y="2414016"/>
            <a:ext cx="1763991" cy="3858767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468880"/>
            <a:ext cx="1654263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0" y="1371600"/>
            <a:ext cx="3383280" cy="5120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2. DIRECTIONAL COMPASS HOMING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Guides rescue workers towards peer radio signals using device magnetometer, locating victims in smoke or rubble.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2414016"/>
            <a:ext cx="1759305" cy="3858767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68880"/>
            <a:ext cx="1649577" cy="37490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20" y="1371600"/>
            <a:ext cx="3383280" cy="5120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3. 100% OFFLINE VECTOR MAPS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Pre-cached OpenStreetMap vector tiles render without internet, overlaying team positions and SOS beacons.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0496" y="2414016"/>
            <a:ext cx="1763991" cy="3858767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468880"/>
            <a:ext cx="1654263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LIFE-SAFETY PROTOCOL • EMERGENCY DISTRESS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One-Touch Emergency SOS Broadcast &amp; Ambient Multi-Hop Flood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Mission-critical distress signaling with vital telemetry, medical notes, and background beaconing.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ONE-TOUCH CRITICAL SOS ACTIVATION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Panic Button Broadcast: Instantly broadcasts emergency distress packet with GPS coordinates, blood type, and battery level.</a:t>
            </a:r>
            <a:br/>
            <a:r>
              <a:t>• Top-Priority Egress QoS: Assigned highest QoS priority (TrafficPriority.SIGNALING), overriding all media and text traffic across all nodes.</a:t>
            </a:r>
            <a:br/>
            <a:r>
              <a:t>• Automatic Audio Alarm: Triggers visual flashing strobe and local sound beacon on nearby phones.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CONTINUOUS AMBIENT MULTI-HOP BEACONING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10-Second Periodic Beacon: Continuously pulses emergency signal even when phone is locked or screen is off.</a:t>
            </a:r>
            <a:br/>
            <a:r>
              <a:t>• Zero-Pairing Public Relay: Every civilian phone running MeshWhisper automatically relays SOS packets without requiring pairing.</a:t>
            </a:r>
            <a:br/>
            <a:r>
              <a:t>• Battery Protection: Employs ultra-low duty cycle BLE advertising to preserve dying battery life for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PUBLIC DISASTER BROADCAST CHANNEL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Community Roll-Call: Open broadcast channel enables disaster coordination, evacuation routes, and survivor headcounts.</a:t>
            </a:r>
            <a:br/>
            <a:r>
              <a:t>• Geofenced Broadcasts: Emergency responders can broadcast area-wide notifications that ripple outwards across all nodes.</a:t>
            </a:r>
            <a:br/>
            <a:r>
              <a:t>• Censorship Immune: Operates completely peer-to-peer; cannot be shut down by local authorities or internet providers.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Priority 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HIGHEST QOS OVERRIDE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100% Ambient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AUTOMATIC CITIZEN RELAY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989320"/>
            <a:ext cx="274320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044184"/>
            <a:ext cx="252374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Live Telemetry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GPS, BATTERY &amp; MEDICAL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1351311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2415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THREAT MITIGATION • HARDENED PROTOCOL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Defending Against State-Level Adversaries &amp; Malicious Relays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Zero-trust defenses designed to resist packet injection, relay attacks, and denial of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REPLAY &amp; SYBIL FLOOD DEFENSES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Clock Skew Window: Rejects packets older than 60s or more than 120s in the future before invoking cryptographic logic.</a:t>
            </a:r>
            <a:br/>
            <a:r>
              <a:t>• In-Memory Dedup Cache: 50,000 processed packet IDs tracked in RAM; duplicate packet retransmissions dropped instantly.</a:t>
            </a:r>
            <a:br/>
            <a:r>
              <a:t>• Token-Bucket Rate Limiter: Enforces 200 writes/sec cap per BLE link to neutralize radio spamming.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MAN-IN-THE-MIDDLE (MITM) IMMUNITY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Out-of-Band QR Verification: Fingerprints exchanged visually in person create permanent cryptographic identity bindings.</a:t>
            </a:r>
            <a:br/>
            <a:r>
              <a:t>• IBC Digital Signatures: Prevents malicious relays from injecting forged messages into multi-hop paths.</a:t>
            </a:r>
            <a:br/>
            <a:r>
              <a:t>• Verified Link Binding: Radio connections strictly bound to authenticated identity hashes.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METADATA &amp; TRAFFIC ANALYSIS RESISTANCE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Ephemeral Node IDs: 64-bit pseudonymous node identifiers decouple physical MAC addresses from user identities.</a:t>
            </a:r>
            <a:br/>
            <a:r>
              <a:t>• Unified Packet Framing: Uniform packet headers obscure message types and payload lengths from intermediate snooping relays.</a:t>
            </a:r>
            <a:br/>
            <a:r>
              <a:t>• Zero Cloud Logging: No IP addresses, phone numbers, or server logs exist anywhere.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703320"/>
            <a:ext cx="393192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840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PHYSICAL DEVICE THEFT &amp; APP LOCK HARDENING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Hardware Biometric Auth: Fingerprint/Face unlock protects message store on launch and resume.</a:t>
            </a:r>
            <a:br/>
            <a:r>
              <a:t>• SQLCipher AES-256 Encryption: Database unreadable if phone NAND flash is dumped or extracted.</a:t>
            </a:r>
            <a:br/>
            <a:r>
              <a:t>• FLAG_SECURE Protection: Blocks OS screenshots and screen recorders when app lock is active.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43600"/>
            <a:ext cx="3931920" cy="6400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98464"/>
            <a:ext cx="3712464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-120s / +60s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STRICT TIMESTAMP FRESHNESS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943600"/>
            <a:ext cx="3931920" cy="6400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5998464"/>
            <a:ext cx="3712464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FLAG_SECURE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HARDWARE SCREENSHOT &amp; DUMP DEFENSE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CROSS-PLATFORM ENGINEERING • KOTLIN MULTIPLATFORM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Unified Multiplatform Architecture Across Mobile &amp;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Shared Kotlin core library driving native Android mobile clients and desktop command stations.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SHARED :core MODULE (100% PURE KOTLIN)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Wire Protocol Codecs: MeshPacket serialization, PacketPipeline stage chokepoint, and LinkAuthSession state machine.</a:t>
            </a:r>
            <a:br/>
            <a:r>
              <a:t>• Cryptographic Primitives: PureCryptoEngine (Ed25519, X25519, ChaCha20-Poly1305, IBC certificates, HMAC-SHA256).</a:t>
            </a:r>
            <a:br/>
            <a:r>
              <a:t>• Mesh Routing Logic: MeshRouteEngine, LruDedupCache, and 4-tier TrafficController queue scheduler.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NATIVE ANDROID CLIENT (:app)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Modern UI: 100% Jetpack Compose with Sahara Dark design system, dynamic animations, and vector graphics.</a:t>
            </a:r>
            <a:br/>
            <a:r>
              <a:t>• Simultaneous Dual BLE Engine: Runs as GATT Central (initiator) and GATT Server (peripheral) simultaneously.</a:t>
            </a:r>
            <a:br/>
            <a:r>
              <a:t>• Native Capabilities: BiometricPrompt, CameraX QR scanning, Android AudioRecord/AudioTrack Opus streaming, Room SQLCipher.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804672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DESKTOP COMMAND STATION (:desktop)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Compose Multiplatform: Native desktop UI with Skia graphics hardware acceleration (Windows, macOS, Linux).</a:t>
            </a:r>
            <a:br/>
            <a:r>
              <a:t>• High-Speed Wi-Fi TCP Engine: Java NIO non-blocking TCP server coordinating local LAN and Wi-Fi mesh relays.</a:t>
            </a:r>
            <a:br/>
            <a:r>
              <a:t>• Command Center Features: Real-time packet telemetry, routing table inspection, and emergency broadcast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100% Shared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CORE PROTOCOL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989320"/>
            <a:ext cx="246888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6044184"/>
            <a:ext cx="224942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Jetpack Compose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MODERN REACTIVE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5989320"/>
            <a:ext cx="2743200" cy="59436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6044184"/>
            <a:ext cx="252374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3 OS Targets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WINDOWS, MAC, LINUX &amp; ANDROID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PERFORMANCE VALIDATION • 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Validated Across Low-End Android Smartphones and Workstations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Low power consumption, high throughput, and millisecond latency on consumer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37160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17904"/>
            <a:ext cx="224942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18 - 35 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BLE SINGLE-HOP LATENCY</a:t>
            </a:r>
            <a:br/>
            <a:r>
              <a:t>(Direct GATT Write NO_RESPONSE)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468880" cy="137160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517904"/>
            <a:ext cx="224942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&lt; 4.2 ms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WI-FI / TCP HOP LATENCY</a:t>
            </a:r>
            <a:br/>
            <a:r>
              <a:t>(Local LAN &amp; Direct Links)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2468880" cy="137160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517904"/>
            <a:ext cx="224942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64 kbps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SUSTAINED BLE 2M PHY</a:t>
            </a:r>
            <a:br/>
            <a:r>
              <a:t>(Real-Time Audio &amp; Media)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463040"/>
            <a:ext cx="2743200" cy="137160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1517904"/>
            <a:ext cx="2523744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&lt; 2.5 %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8-HOUR BATTERY DRAIN</a:t>
            </a:r>
            <a:br/>
            <a:r>
              <a:t>(Background Low-Power 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12064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RADIO LINK STABILITY &amp; CONNECTION BENCHMARKS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Handshake Speed: Full 3-way LINK_AUTH handshake (HELLO → CONFIRM → AUTH) completes in &lt; 450 ms over BLE.</a:t>
            </a:r>
            <a:br/>
            <a:r>
              <a:t>• Collision Immunity: 4000ms reconnect cooldown + deterministic Node ID tie-breaker eliminates GATT 133 status collisions.</a:t>
            </a:r>
            <a:br/>
            <a:r>
              <a:t>• Multi-Link Concurrency: Tested reliably with 5 concurrent direct BLE connections per node.</a:t>
            </a:r>
            <a:br/>
            <a:r>
              <a:t>• Flight Mode Resilience: Auto-recovers mesh engine within 1.2s when Bluetooth radio is toggled.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MEMORY, CPU &amp; STORAGE EFFICIENCY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Compact APK Footprint: Total production APK size is under 28 MB.</a:t>
            </a:r>
            <a:br/>
            <a:r>
              <a:t>• Low Heap Utilization: Idle heap footprint &lt; 38 MB; peak heap &lt; 65 MB during multi-peer voice streaming.</a:t>
            </a:r>
            <a:br/>
            <a:r>
              <a:t>• Zero Memory Leaks: 50,000-entry LRU ring buffer maintains strict upper memory bound; unauthenticated packets drop instantly.</a:t>
            </a:r>
            <a:br/>
            <a:r>
              <a:t>• Instant Cold Boot: Starts and begins ambient advertising in under 800 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MISSION DEPLOYMENTS • 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Where MeshWhisper Saves Lives &amp; Restores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Built for disaster responders, wilderness expeditions, privacy activists, and tactical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9319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F4444"/>
                </a:solidFill>
              </a:defRPr>
            </a:pPr>
            <a:r>
              <a:t>1. DISASTER RELIEF &amp; FIRST RESPONDERS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Earthquake, tsunami, flood, and hurricane disaster zones where cell towers and fiber backhauls are severed.</a:t>
            </a:r>
            <a:br/>
            <a:r>
              <a:t>• Search &amp; Rescue (SAR) teams coordinate survivor extraction using offline maps and directional compass homing.</a:t>
            </a:r>
            <a:br/>
            <a:r>
              <a:t>• Triage field clinics exchange patient vitals and supply requisitions over local mesh.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463040"/>
            <a:ext cx="39319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2. WILDERNESS &amp; REMOTE EXPEDITIONS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Mountaineering, hiking, and caving expeditions far beyond cellular tower ranges.</a:t>
            </a:r>
            <a:br/>
            <a:r>
              <a:t>• Offshore maritime crews and fishing boats communicating ship-to-ship without satellite bills.</a:t>
            </a:r>
            <a:br/>
            <a:r>
              <a:t>• Remote scientific research stations in polar and desert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9319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3. CIVIL DEFENSE &amp; CENSORSHIP EVASION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Citizens maintaining decentralized communication during government internet blackouts and telecom cutoffs.</a:t>
            </a:r>
            <a:br/>
            <a:r>
              <a:t>• Human rights advocates and journalists communicating without leaving telephone metadata or cell tower logs.</a:t>
            </a:r>
            <a:br/>
            <a:r>
              <a:t>• Complete immunity against DNS hijacking, BGP blocking, and Deep Packet Inspection (DPI).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931920"/>
            <a:ext cx="39319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06908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4. TACTICAL &amp; DEFENSE FIELD OPERATIONS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Low-Probability-of-Detection (LPD) squad coordination without emitting high-power cellular RF signatures.</a:t>
            </a:r>
            <a:br/>
            <a:r>
              <a:t>• Secure air-gapped team messaging in electronic warfare environments.</a:t>
            </a:r>
            <a:br/>
            <a:r>
              <a:t>• Instant base-camp perimeter telemetry, boundary tripwire alerts, and scout check-ins.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316736"/>
            <a:ext cx="2328862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221913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COMPETITIVE ANALYSIS • INNOVATION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How MeshWhisper Outperforms Existing Communication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Detailed feature-by-feature engineering comparison against cloud messengers and radio tools.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1920240"/>
                <a:gridCol w="1920240"/>
                <a:gridCol w="1828800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CAPABILITY / SPECIFICATION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MESHWISPER (OUR APP)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SIGNAL / WHATSAPP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BRIAR / BRIDGEFY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MESHTASTIC (LORA)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Zero Infrastructure (100% Serverless)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(Ad-Hoc P2P)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(Cloud Servers)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(P2P Mesh)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(LoRa Mesh)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Real-Time P2P Voice Calling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(Opus Wideband)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(Server-Relayed)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(Text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(Text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Commodity Phones (No Extra Radios)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(Native Android)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(Cellular/Wi-Fi)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(Android)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(Requires $50-100 Radio)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Hybrid Dual Transport (BLE + Wi-Fi)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(Dynamic Bridge)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(Internet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(Tor/Wi-Fi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(LoRa Radio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Progressive High-Res Media Transfer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(450B Tiled Reveal)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(Cloud Hosted)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(Very Slow/Fails)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(Too Narrow Bandwidth)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Tactical Navigation &amp; Radar Homing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(Built-In RSSI)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(GPS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Hardware-Backed Storage &amp; Anti-Tamper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(SQLCipher AES-256)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YES (Local SQLite)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(Plaintext/Basic)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NO (MCU Flash)</a:t>
                      </a:r>
                    </a:p>
                  </a:txBody>
                  <a:tcPr>
                    <a:solidFill>
                      <a:srgbClr val="1016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FUTURE ROADMAP • VISION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Future of Resilient Communications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42415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Communication is a fundamental human right that must never depend on telecom monopolies or power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804672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PHASE 1: EXTERNAL HARDWARE RADIO BRIDGING (LoRa SX1262)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BLE Serial Bridge to low-cost external LoRa radios, extending single-hop range from 100m to 15–30 km.</a:t>
            </a:r>
            <a:br/>
            <a:r>
              <a:t>• Seamless protocol multiplexing: automatically routes urgent packets over LoRa and bulk media over local Wi-Fi.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804672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PHASE 2: POST-QUANTUM CRYPTOGRAPHIC RESILIENCE (ML-KEM / Kyber)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Implementing NIST-standardized ML-KEM-768 (Kyber) key encapsulation and ML-DSA (Dilithium) signatures.</a:t>
            </a:r>
            <a:br/>
            <a:r>
              <a:t>• Future-proof protection against quantum decrypt-now attacks on harvested mesh radio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8046720" cy="1234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PHASE 3: NATIVE iOS CLIENT &amp; UNIVERSAL ECOSYSTEM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Swift / CoreBluetooth client sharing identical wire protocol format and IBC cryptographic certificates.</a:t>
            </a:r>
            <a:br/>
            <a:r>
              <a:t>• Complete inter-operability between Android smartphones, iPhones, Windows, Mac, and Linux PCs.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8046720" cy="868680"/>
          </a:xfrm>
          <a:prstGeom prst="roundRect">
            <a:avLst/>
          </a:prstGeom>
          <a:solidFill>
            <a:srgbClr val="1A24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50992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59E0B"/>
                </a:solidFill>
              </a:defRPr>
            </a:pPr>
            <a:r>
              <a:t>CONCLUSION: When the grid goes dark, MeshWhisper keeps the human voice alive.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Open Source Repository • Production-Tested • Zero Cloud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316736"/>
            <a:ext cx="1681353" cy="5138928"/>
          </a:xfrm>
          <a:prstGeom prst="roundRect">
            <a:avLst/>
          </a:prstGeom>
          <a:solidFill>
            <a:srgbClr val="0F1420"/>
          </a:solidFill>
          <a:ln w="19050">
            <a:solidFill>
              <a:srgbClr val="41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57162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